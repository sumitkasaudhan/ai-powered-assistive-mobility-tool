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 ExtraBold" panose="020B0604020202020204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0eb5c76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0eb5c76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0eb5c76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0eb5c76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0eb5c76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b0eb5c76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0eb5c76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0eb5c76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0eb5c76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0eb5c76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0eb5c7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0eb5c76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0eb5c76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0eb5c76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0eb5c76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0eb5c76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0eb5c76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0eb5c76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0eb5c76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b0eb5c76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69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905C8A-CEB7-716F-F373-6FEA28B1FC4B}"/>
              </a:ext>
            </a:extLst>
          </p:cNvPr>
          <p:cNvSpPr txBox="1"/>
          <p:nvPr/>
        </p:nvSpPr>
        <p:spPr>
          <a:xfrm>
            <a:off x="3986785" y="5797296"/>
            <a:ext cx="219456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IN" sz="1200" b="1" i="0" cap="all" dirty="0">
                <a:solidFill>
                  <a:srgbClr val="64748B"/>
                </a:solidFill>
                <a:effectLst/>
                <a:latin typeface="+mn-lt"/>
              </a:rPr>
              <a:t>Project Coordinator</a:t>
            </a:r>
          </a:p>
          <a:p>
            <a:pPr algn="l">
              <a:buNone/>
            </a:pPr>
            <a:r>
              <a:rPr lang="en-IN" sz="1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Mr. </a:t>
            </a:r>
            <a:r>
              <a:rPr lang="en-IN" sz="1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Jothiragavan</a:t>
            </a:r>
            <a:endParaRPr lang="en-IN" sz="1200" b="1" i="0" dirty="0">
              <a:solidFill>
                <a:schemeClr val="accent4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0DFC3-D406-9582-271B-D22BC78644C4}"/>
              </a:ext>
            </a:extLst>
          </p:cNvPr>
          <p:cNvSpPr txBox="1"/>
          <p:nvPr/>
        </p:nvSpPr>
        <p:spPr>
          <a:xfrm>
            <a:off x="6673538" y="5797296"/>
            <a:ext cx="6167802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IN" sz="1200" b="1" i="0" cap="all" dirty="0">
                <a:solidFill>
                  <a:srgbClr val="64748B"/>
                </a:solidFill>
                <a:effectLst/>
                <a:latin typeface="+mn-lt"/>
              </a:rPr>
              <a:t>Mentor</a:t>
            </a:r>
          </a:p>
          <a:p>
            <a:pPr algn="l">
              <a:buNone/>
            </a:pPr>
            <a:r>
              <a:rPr lang="en-IN" sz="1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Mr. Deepak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581"/>
            <a:ext cx="12191410" cy="681004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2827100" y="2800550"/>
            <a:ext cx="6309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rgbClr val="4B008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ABHISHEK KUMAR</dc:creator>
  <cp:lastModifiedBy>Sumit Kasaudhan😘❤️</cp:lastModifiedBy>
  <cp:revision>2</cp:revision>
  <dcterms:modified xsi:type="dcterms:W3CDTF">2026-01-05T12:36:03Z</dcterms:modified>
</cp:coreProperties>
</file>